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Red Hat Display Bold" charset="1" panose="02010803040201060303"/>
      <p:regular r:id="rId21"/>
    </p:embeddedFont>
    <p:embeddedFont>
      <p:font typeface="Inter Medium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VAG6w_XOXtE.mp4" Type="http://schemas.openxmlformats.org/officeDocument/2006/relationships/video"/><Relationship Id="rId4" Target="../media/VAG6w_XOXtE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VAG6wz5qCxg.mp4" Type="http://schemas.openxmlformats.org/officeDocument/2006/relationships/video"/><Relationship Id="rId4" Target="../media/VAG6wz5qCxg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VAG6w0z8AbU.mp4" Type="http://schemas.openxmlformats.org/officeDocument/2006/relationships/video"/><Relationship Id="rId4" Target="../media/VAG6w0z8AbU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VAG61dnLk-4.mp4" Type="http://schemas.openxmlformats.org/officeDocument/2006/relationships/video"/><Relationship Id="rId4" Target="../media/VAG61dnLk-4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VAG61bOCTHk.mp4" Type="http://schemas.openxmlformats.org/officeDocument/2006/relationships/video"/><Relationship Id="rId4" Target="../media/VAG61bOCTHk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VAG61JiI2XQ.mp4" Type="http://schemas.openxmlformats.org/officeDocument/2006/relationships/video"/><Relationship Id="rId4" Target="../media/VAG61JiI2XQ.mp4" Type="http://schemas.microsoft.com/office/2007/relationships/media"/><Relationship Id="rId5" Target="../media/image13.jpeg" Type="http://schemas.openxmlformats.org/officeDocument/2006/relationships/image"/><Relationship Id="rId6" Target="../media/VAG61OaP8BA.mp4" Type="http://schemas.openxmlformats.org/officeDocument/2006/relationships/video"/><Relationship Id="rId7" Target="../media/VAG61OaP8BA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VAG61JiI2XQ.mp4" Type="http://schemas.openxmlformats.org/officeDocument/2006/relationships/video"/><Relationship Id="rId4" Target="../media/VAG61JiI2XQ.mp4" Type="http://schemas.microsoft.com/office/2007/relationships/media"/><Relationship Id="rId5" Target="../media/image14.jpeg" Type="http://schemas.openxmlformats.org/officeDocument/2006/relationships/image"/><Relationship Id="rId6" Target="../media/VAG61AJsDiM.mp4" Type="http://schemas.openxmlformats.org/officeDocument/2006/relationships/video"/><Relationship Id="rId7" Target="../media/VAG61AJsDiM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2" id="22"/>
          <p:cNvSpPr txBox="true"/>
          <p:nvPr/>
        </p:nvSpPr>
        <p:spPr>
          <a:xfrm rot="0">
            <a:off x="3620867" y="3714953"/>
            <a:ext cx="11046265" cy="1950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38"/>
              </a:lnSpc>
              <a:spcBef>
                <a:spcPct val="0"/>
              </a:spcBef>
            </a:pPr>
            <a:r>
              <a:rPr lang="en-US" b="true" sz="1138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ODOO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58875" y="5579322"/>
            <a:ext cx="8370250" cy="77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en-US" b="true" sz="4540" spc="136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MANTENIMIENTO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87732" y="6679548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CHENGHE LI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47724"/>
            <a:ext cx="12992240" cy="193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EQUIPOS DE MANTENIMIENTO</a:t>
            </a:r>
          </a:p>
          <a:p>
            <a:pPr algn="l">
              <a:lnSpc>
                <a:spcPts val="784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05526" y="613681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6916.9370" end="6415.6000"/>
                </p14:media>
              </p:ext>
            </p:extLst>
          </p:nvPr>
        </p:nvPicPr>
        <p:blipFill>
          <a:blip r:embed="rId2"/>
          <a:srcRect l="0" t="0" r="2343" b="1620"/>
          <a:stretch>
            <a:fillRect/>
          </a:stretch>
        </p:blipFill>
        <p:spPr>
          <a:xfrm flipH="false" flipV="false" rot="0">
            <a:off x="1258328" y="1762453"/>
            <a:ext cx="14287500" cy="8096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47724"/>
            <a:ext cx="12992240" cy="193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EQUIPOS DE MANTENIMIENTO</a:t>
            </a:r>
          </a:p>
          <a:p>
            <a:pPr algn="l">
              <a:lnSpc>
                <a:spcPts val="784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05526" y="613681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8328" y="1762453"/>
            <a:ext cx="14287500" cy="8096250"/>
          </a:xfrm>
          <a:custGeom>
            <a:avLst/>
            <a:gdLst/>
            <a:ahLst/>
            <a:cxnLst/>
            <a:rect r="r" b="b" t="t" l="l"/>
            <a:pathLst>
              <a:path h="8096250" w="14287500">
                <a:moveTo>
                  <a:pt x="0" y="0"/>
                </a:moveTo>
                <a:lnTo>
                  <a:pt x="14287500" y="0"/>
                </a:lnTo>
                <a:lnTo>
                  <a:pt x="14287500" y="8096250"/>
                </a:lnTo>
                <a:lnTo>
                  <a:pt x="0" y="809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99" b="-1647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0.0000" end="1888.8990"/>
                </p14:media>
              </p:ext>
            </p:extLst>
          </p:nvPr>
        </p:nvPicPr>
        <p:blipFill>
          <a:blip r:embed="rId2"/>
          <a:srcRect l="0" t="0" r="2343" b="1620"/>
          <a:stretch>
            <a:fillRect/>
          </a:stretch>
        </p:blipFill>
        <p:spPr>
          <a:xfrm flipH="false" flipV="false" rot="0">
            <a:off x="1258253" y="1762125"/>
            <a:ext cx="14287500" cy="809625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619865"/>
            <a:ext cx="1299224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CATEGORÍAS DE EQUIPO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8253" y="1762125"/>
            <a:ext cx="14287500" cy="8096250"/>
          </a:xfrm>
          <a:custGeom>
            <a:avLst/>
            <a:gdLst/>
            <a:ahLst/>
            <a:cxnLst/>
            <a:rect r="r" b="b" t="t" l="l"/>
            <a:pathLst>
              <a:path h="8096250" w="14287500">
                <a:moveTo>
                  <a:pt x="0" y="0"/>
                </a:moveTo>
                <a:lnTo>
                  <a:pt x="14287499" y="0"/>
                </a:lnTo>
                <a:lnTo>
                  <a:pt x="14287499" y="8096250"/>
                </a:lnTo>
                <a:lnTo>
                  <a:pt x="0" y="809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4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19865"/>
            <a:ext cx="1299224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CATEGORÍAS DE EQUIPO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3749.9330" end="7.5660"/>
                </p14:media>
              </p:ext>
            </p:extLst>
          </p:nvPr>
        </p:nvPicPr>
        <p:blipFill>
          <a:blip r:embed="rId2"/>
          <a:srcRect l="773" t="0" r="773" b="816"/>
          <a:stretch>
            <a:fillRect/>
          </a:stretch>
        </p:blipFill>
        <p:spPr>
          <a:xfrm flipH="false" flipV="false" rot="0">
            <a:off x="1258252" y="1762125"/>
            <a:ext cx="14287500" cy="809625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49605" y="668338"/>
            <a:ext cx="7782254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EQUIPO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8253" y="1762125"/>
            <a:ext cx="14287500" cy="8096250"/>
          </a:xfrm>
          <a:custGeom>
            <a:avLst/>
            <a:gdLst/>
            <a:ahLst/>
            <a:cxnLst/>
            <a:rect r="r" b="b" t="t" l="l"/>
            <a:pathLst>
              <a:path h="8096250" w="14287500">
                <a:moveTo>
                  <a:pt x="0" y="0"/>
                </a:moveTo>
                <a:lnTo>
                  <a:pt x="14287500" y="0"/>
                </a:lnTo>
                <a:lnTo>
                  <a:pt x="14287500" y="8096250"/>
                </a:lnTo>
                <a:lnTo>
                  <a:pt x="0" y="809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4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9605" y="668338"/>
            <a:ext cx="7782254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EQUIPO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2343" b="1620"/>
          <a:stretch>
            <a:fillRect/>
          </a:stretch>
        </p:blipFill>
        <p:spPr>
          <a:xfrm flipH="false" flipV="false" rot="0">
            <a:off x="1258253" y="1762125"/>
            <a:ext cx="14287500" cy="809625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49605" y="668338"/>
            <a:ext cx="11568546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SOLICITUD DE MANTENIMIENTO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8253" y="1762125"/>
            <a:ext cx="14287500" cy="8096250"/>
          </a:xfrm>
          <a:custGeom>
            <a:avLst/>
            <a:gdLst/>
            <a:ahLst/>
            <a:cxnLst/>
            <a:rect r="r" b="b" t="t" l="l"/>
            <a:pathLst>
              <a:path h="8096250" w="14287500">
                <a:moveTo>
                  <a:pt x="0" y="0"/>
                </a:moveTo>
                <a:lnTo>
                  <a:pt x="14287500" y="0"/>
                </a:lnTo>
                <a:lnTo>
                  <a:pt x="14287500" y="8096250"/>
                </a:lnTo>
                <a:lnTo>
                  <a:pt x="0" y="809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4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9605" y="668338"/>
            <a:ext cx="11568546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SOLICITUD DE MANTENIMIENTO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8252" y="1762125"/>
            <a:ext cx="14287500" cy="8036719"/>
          </a:xfrm>
          <a:custGeom>
            <a:avLst/>
            <a:gdLst/>
            <a:ahLst/>
            <a:cxnLst/>
            <a:rect r="r" b="b" t="t" l="l"/>
            <a:pathLst>
              <a:path h="8036719" w="14287500">
                <a:moveTo>
                  <a:pt x="0" y="0"/>
                </a:moveTo>
                <a:lnTo>
                  <a:pt x="14287501" y="0"/>
                </a:lnTo>
                <a:lnTo>
                  <a:pt x="14287501" y="8036719"/>
                </a:lnTo>
                <a:lnTo>
                  <a:pt x="0" y="8036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9605" y="668338"/>
            <a:ext cx="11568546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SOLICITUD DE MANTENIMIENTO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2125.1950" end="2224.4060"/>
                </p14:media>
              </p:ext>
            </p:extLst>
          </p:nvPr>
        </p:nvPicPr>
        <p:blipFill>
          <a:blip r:embed="rId2"/>
          <a:srcRect l="367" t="0" r="367" b="0"/>
          <a:stretch>
            <a:fillRect/>
          </a:stretch>
        </p:blipFill>
        <p:spPr>
          <a:xfrm flipH="false" flipV="false" rot="0">
            <a:off x="1258252" y="1762125"/>
            <a:ext cx="14287500" cy="809625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49605" y="668338"/>
            <a:ext cx="11568546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SOLICITUD DE MANTENIMIENTO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8252" y="1762125"/>
            <a:ext cx="14287500" cy="8096250"/>
          </a:xfrm>
          <a:custGeom>
            <a:avLst/>
            <a:gdLst/>
            <a:ahLst/>
            <a:cxnLst/>
            <a:rect r="r" b="b" t="t" l="l"/>
            <a:pathLst>
              <a:path h="8096250" w="14287500">
                <a:moveTo>
                  <a:pt x="0" y="0"/>
                </a:moveTo>
                <a:lnTo>
                  <a:pt x="14287501" y="0"/>
                </a:lnTo>
                <a:lnTo>
                  <a:pt x="14287501" y="8096250"/>
                </a:lnTo>
                <a:lnTo>
                  <a:pt x="0" y="809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0" t="0" r="-37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9605" y="668338"/>
            <a:ext cx="11568546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SOLICITUD DE MANTENIMIENTO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3999.6920" end="9092.7340"/>
                </p14:media>
              </p:ext>
            </p:extLst>
          </p:nvPr>
        </p:nvPicPr>
        <p:blipFill>
          <a:blip r:embed="rId2"/>
          <a:srcRect l="367" t="0" r="367" b="0"/>
          <a:stretch>
            <a:fillRect/>
          </a:stretch>
        </p:blipFill>
        <p:spPr>
          <a:xfrm flipH="false" flipV="false" rot="0">
            <a:off x="1258252" y="1762125"/>
            <a:ext cx="14287500" cy="8096250"/>
          </a:xfrm>
          <a:prstGeom prst="rect">
            <a:avLst/>
          </a:prstGeom>
        </p:spPr>
      </p:pic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>
                  <p14:trim st="1458.3250" end="20.4670"/>
                </p14:media>
              </p:ext>
            </p:extLst>
          </p:nvPr>
        </p:nvPicPr>
        <p:blipFill>
          <a:blip r:embed="rId5"/>
          <a:srcRect l="0" t="0" r="735" b="0"/>
          <a:stretch>
            <a:fillRect/>
          </a:stretch>
        </p:blipFill>
        <p:spPr>
          <a:xfrm flipH="false" flipV="false" rot="0">
            <a:off x="1205336" y="1762125"/>
            <a:ext cx="14287500" cy="809625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49605" y="668338"/>
            <a:ext cx="13488601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CALENDARIO DE MANTENIMIENTO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3999.6920" end="9092.7340"/>
                </p14:media>
              </p:ext>
            </p:extLst>
          </p:nvPr>
        </p:nvPicPr>
        <p:blipFill>
          <a:blip r:embed="rId2"/>
          <a:srcRect l="367" t="0" r="367" b="0"/>
          <a:stretch>
            <a:fillRect/>
          </a:stretch>
        </p:blipFill>
        <p:spPr>
          <a:xfrm flipH="false" flipV="false" rot="0">
            <a:off x="1258252" y="1762125"/>
            <a:ext cx="14287500" cy="8096250"/>
          </a:xfrm>
          <a:prstGeom prst="rect">
            <a:avLst/>
          </a:prstGeom>
        </p:spPr>
      </p:pic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>
                  <p14:trim st="4749.8120" end="687.0400"/>
                </p14:media>
              </p:ext>
            </p:extLst>
          </p:nvPr>
        </p:nvPicPr>
        <p:blipFill>
          <a:blip r:embed="rId5"/>
          <a:srcRect l="0" t="0" r="735" b="0"/>
          <a:stretch>
            <a:fillRect/>
          </a:stretch>
        </p:blipFill>
        <p:spPr>
          <a:xfrm flipH="false" flipV="false" rot="0">
            <a:off x="1205336" y="1762125"/>
            <a:ext cx="14287500" cy="809625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49605" y="668338"/>
            <a:ext cx="13488601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INFORMES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65705" y="4229320"/>
            <a:ext cx="6477430" cy="193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GRACIAS POR SU ATENCIÓN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743135" y="6163530"/>
            <a:ext cx="3512536" cy="672860"/>
            <a:chOff x="0" y="0"/>
            <a:chExt cx="4683381" cy="89714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00907"/>
              <a:ext cx="4683381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hello@reallygreatsite.com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164911" y="-38100"/>
              <a:ext cx="235356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EMAIL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743135" y="4509085"/>
            <a:ext cx="3512536" cy="672860"/>
            <a:chOff x="0" y="0"/>
            <a:chExt cx="4683381" cy="89714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500907"/>
              <a:ext cx="4683381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www.reallygreatsite.com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164911" y="-38100"/>
              <a:ext cx="235356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WEBSITE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43135" y="2854640"/>
            <a:ext cx="3512536" cy="672860"/>
            <a:chOff x="0" y="0"/>
            <a:chExt cx="4683381" cy="8971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500907"/>
              <a:ext cx="4683381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+123-456-7890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164911" y="-38100"/>
              <a:ext cx="235356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PHONE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743135" y="7817975"/>
            <a:ext cx="3512536" cy="672860"/>
            <a:chOff x="0" y="0"/>
            <a:chExt cx="4683381" cy="89714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500907"/>
              <a:ext cx="4683381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123 Anywhere St., Any City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164911" y="-38100"/>
              <a:ext cx="235356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ADDRESS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2538913" y="4018293"/>
            <a:ext cx="392098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2538913" y="5672738"/>
            <a:ext cx="392098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538913" y="7327183"/>
            <a:ext cx="392098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DAG6uwD-6zs</dc:identifier>
  <dcterms:modified xsi:type="dcterms:W3CDTF">2011-08-01T06:04:30Z</dcterms:modified>
  <cp:revision>1</cp:revision>
  <dc:title>Technology</dc:title>
</cp:coreProperties>
</file>